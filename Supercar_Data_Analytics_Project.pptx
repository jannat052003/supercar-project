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Supercar Data Analytics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 complete end‑to‑end data science project including data collection, live APIs, visualization dashboard, chatbot, and machine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Aim: Analyze global supercar market trends.</a:t>
            </a:r>
          </a:p>
          <a:p>
            <a:pPr>
              <a:defRPr sz="1800"/>
            </a:pPr>
            <a:r>
              <a:t>• Components:</a:t>
            </a:r>
          </a:p>
          <a:p>
            <a:pPr>
              <a:defRPr sz="1800"/>
            </a:pPr>
            <a:r>
              <a:t>   – Live data collection from websites/APIs</a:t>
            </a:r>
          </a:p>
          <a:p>
            <a:pPr>
              <a:defRPr sz="1800"/>
            </a:pPr>
            <a:r>
              <a:t>   – Data preprocessing &amp; cleaning</a:t>
            </a:r>
          </a:p>
          <a:p>
            <a:pPr>
              <a:defRPr sz="1800"/>
            </a:pPr>
            <a:r>
              <a:t>   – Power BI dashboard</a:t>
            </a:r>
          </a:p>
          <a:p>
            <a:pPr>
              <a:defRPr sz="1800"/>
            </a:pPr>
            <a:r>
              <a:t>   – Chatbot integration</a:t>
            </a:r>
          </a:p>
          <a:p>
            <a:pPr>
              <a:defRPr sz="1800"/>
            </a:pPr>
            <a:r>
              <a:t>   – Price prediction using ML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Live Data Sources:</a:t>
            </a:r>
          </a:p>
          <a:p>
            <a:pPr>
              <a:defRPr sz="1800"/>
            </a:pPr>
            <a:r>
              <a:t>• https://www.supercars.net (Specs &amp; performance)</a:t>
            </a:r>
          </a:p>
          <a:p>
            <a:pPr>
              <a:defRPr sz="1800"/>
            </a:pPr>
            <a:r>
              <a:t>• https://www.caranddriver.com (Reviews &amp; pricing)</a:t>
            </a:r>
          </a:p>
          <a:p>
            <a:pPr>
              <a:defRPr sz="1800"/>
            </a:pPr>
            <a:r>
              <a:t>• https://www.autocarindia.com (Indian pricing)</a:t>
            </a:r>
          </a:p>
          <a:p>
            <a:pPr>
              <a:defRPr sz="1800"/>
            </a:pPr>
            <a:r>
              <a:t>• https://api.api-ninjas.com/v1/cars (Car API for structured data)</a:t>
            </a:r>
          </a:p>
          <a:p>
            <a:pPr>
              <a:defRPr sz="1800"/>
            </a:pPr>
            <a:r>
              <a:t>• Web scraping using Python (BeautifulSoup, Requests).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(Technical Details)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Scraped attributes:</a:t>
            </a:r>
          </a:p>
          <a:p>
            <a:pPr>
              <a:defRPr sz="1800"/>
            </a:pPr>
            <a:r>
              <a:t>   – Brand, model, year</a:t>
            </a:r>
          </a:p>
          <a:p>
            <a:pPr>
              <a:defRPr sz="1800"/>
            </a:pPr>
            <a:r>
              <a:t>   – Engine, horsepower, torque</a:t>
            </a:r>
          </a:p>
          <a:p>
            <a:pPr>
              <a:defRPr sz="1800"/>
            </a:pPr>
            <a:r>
              <a:t>   – 0‑100 acceleration, top speed</a:t>
            </a:r>
          </a:p>
          <a:p>
            <a:pPr>
              <a:defRPr sz="1800"/>
            </a:pPr>
            <a:r>
              <a:t>   – Price (USD &amp; INR)</a:t>
            </a:r>
          </a:p>
          <a:p>
            <a:pPr>
              <a:defRPr sz="1800"/>
            </a:pPr>
            <a:r>
              <a:t>• Tools:</a:t>
            </a:r>
          </a:p>
          <a:p>
            <a:pPr>
              <a:defRPr sz="1800"/>
            </a:pPr>
            <a:r>
              <a:t>   – Python, Pandas</a:t>
            </a:r>
          </a:p>
          <a:p>
            <a:pPr>
              <a:defRPr sz="1800"/>
            </a:pPr>
            <a:r>
              <a:t>   – BeautifulSoup, Selenium (for dynamic sites).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Removing missing values</a:t>
            </a:r>
          </a:p>
          <a:p>
            <a:pPr>
              <a:defRPr sz="1800"/>
            </a:pPr>
            <a:r>
              <a:t>• Standardizing currencies</a:t>
            </a:r>
          </a:p>
          <a:p>
            <a:pPr>
              <a:defRPr sz="1800"/>
            </a:pPr>
            <a:r>
              <a:t>• Converting engine specs to numerical form</a:t>
            </a:r>
          </a:p>
          <a:p>
            <a:pPr>
              <a:defRPr sz="1800"/>
            </a:pPr>
            <a:r>
              <a:t>• Creating new features:</a:t>
            </a:r>
          </a:p>
          <a:p>
            <a:pPr>
              <a:defRPr sz="1800"/>
            </a:pPr>
            <a:r>
              <a:t>   – Power‑to‑weight ratio</a:t>
            </a:r>
          </a:p>
          <a:p>
            <a:pPr>
              <a:defRPr sz="1800"/>
            </a:pPr>
            <a:r>
              <a:t>   – Acceleration score</a:t>
            </a:r>
          </a:p>
          <a:p>
            <a:pPr>
              <a:defRPr sz="1800"/>
            </a:pPr>
            <a:r>
              <a:t>   – Price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Dashboard Components:</a:t>
            </a:r>
          </a:p>
          <a:p>
            <a:pPr>
              <a:defRPr sz="1800"/>
            </a:pPr>
            <a:r>
              <a:t>• Brand-wise price distribution</a:t>
            </a:r>
          </a:p>
          <a:p>
            <a:pPr>
              <a:defRPr sz="1800"/>
            </a:pPr>
            <a:r>
              <a:t>• Horsepower vs price scatter plot</a:t>
            </a:r>
          </a:p>
          <a:p>
            <a:pPr>
              <a:defRPr sz="1800"/>
            </a:pPr>
            <a:r>
              <a:t>• Performance comparison charts</a:t>
            </a:r>
          </a:p>
          <a:p>
            <a:pPr>
              <a:defRPr sz="1800"/>
            </a:pPr>
            <a:r>
              <a:t>• Filters: Brand, country, year</a:t>
            </a:r>
          </a:p>
          <a:p>
            <a:pPr>
              <a:defRPr sz="1800"/>
            </a:pPr>
            <a:r>
              <a:t>• KPI Cards: Max HP, Avg Price, Fastest Car.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Built using Python + Streamlit</a:t>
            </a:r>
          </a:p>
          <a:p>
            <a:pPr>
              <a:defRPr sz="1800"/>
            </a:pPr>
            <a:r>
              <a:t>• Functions:</a:t>
            </a:r>
          </a:p>
          <a:p>
            <a:pPr>
              <a:defRPr sz="1800"/>
            </a:pPr>
            <a:r>
              <a:t>   – Answer supercar-related queries</a:t>
            </a:r>
          </a:p>
          <a:p>
            <a:pPr>
              <a:defRPr sz="1800"/>
            </a:pPr>
            <a:r>
              <a:t>   – Search cars by performance</a:t>
            </a:r>
          </a:p>
          <a:p>
            <a:pPr>
              <a:defRPr sz="1800"/>
            </a:pPr>
            <a:r>
              <a:t>   – Reply with car specs</a:t>
            </a:r>
          </a:p>
          <a:p>
            <a:pPr>
              <a:defRPr sz="1800"/>
            </a:pPr>
            <a:r>
              <a:t>• Model Used:</a:t>
            </a:r>
          </a:p>
          <a:p>
            <a:pPr>
              <a:defRPr sz="1800"/>
            </a:pPr>
            <a:r>
              <a:t>   – OpenAI / GPT-based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Price Prediction Model:</a:t>
            </a:r>
          </a:p>
          <a:p>
            <a:pPr>
              <a:defRPr sz="1800"/>
            </a:pPr>
            <a:r>
              <a:t>• Algorithms tested:</a:t>
            </a:r>
          </a:p>
          <a:p>
            <a:pPr>
              <a:defRPr sz="1800"/>
            </a:pPr>
            <a:r>
              <a:t>   – Linear Regression</a:t>
            </a:r>
          </a:p>
          <a:p>
            <a:pPr>
              <a:defRPr sz="1800"/>
            </a:pPr>
            <a:r>
              <a:t>   – Random Forest Regression</a:t>
            </a:r>
          </a:p>
          <a:p>
            <a:pPr>
              <a:defRPr sz="1800"/>
            </a:pPr>
            <a:r>
              <a:t>   – XGBoost</a:t>
            </a:r>
          </a:p>
          <a:p>
            <a:pPr>
              <a:defRPr sz="1800"/>
            </a:pPr>
            <a:r>
              <a:t>• Final Selection: Random Forest (best R² score)</a:t>
            </a:r>
          </a:p>
          <a:p>
            <a:pPr>
              <a:defRPr sz="1800"/>
            </a:pPr>
            <a:r>
              <a:t>• Input features:</a:t>
            </a:r>
          </a:p>
          <a:p>
            <a:pPr>
              <a:defRPr sz="1800"/>
            </a:pPr>
            <a:r>
              <a:t>   – Horsepower</a:t>
            </a:r>
          </a:p>
          <a:p>
            <a:pPr>
              <a:defRPr sz="1800"/>
            </a:pPr>
            <a:r>
              <a:t>   – Engine size</a:t>
            </a:r>
          </a:p>
          <a:p>
            <a:pPr>
              <a:defRPr sz="1800"/>
            </a:pPr>
            <a:r>
              <a:t>   – Torque</a:t>
            </a:r>
          </a:p>
          <a:p>
            <a:pPr>
              <a:defRPr sz="1800"/>
            </a:pPr>
            <a:r>
              <a:t>   – Top speed</a:t>
            </a:r>
          </a:p>
          <a:p>
            <a:pPr>
              <a:defRPr sz="1800"/>
            </a:pPr>
            <a:r>
              <a:t>   – Brand &amp; year.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Metrics:</a:t>
            </a:r>
          </a:p>
          <a:p>
            <a:pPr>
              <a:defRPr sz="1800"/>
            </a:pPr>
            <a:r>
              <a:t>   – R² Score</a:t>
            </a:r>
          </a:p>
          <a:p>
            <a:pPr>
              <a:defRPr sz="1800"/>
            </a:pPr>
            <a:r>
              <a:t>   – RMSE</a:t>
            </a:r>
          </a:p>
          <a:p>
            <a:pPr>
              <a:defRPr sz="1800"/>
            </a:pPr>
            <a:r>
              <a:t>   – MAE</a:t>
            </a:r>
          </a:p>
          <a:p>
            <a:pPr>
              <a:defRPr sz="1800"/>
            </a:pPr>
            <a:r>
              <a:t>• Visualization:</a:t>
            </a:r>
          </a:p>
          <a:p>
            <a:pPr>
              <a:defRPr sz="1800"/>
            </a:pPr>
            <a:r>
              <a:t>   – Predicted vs Actual price chart</a:t>
            </a:r>
          </a:p>
          <a:p>
            <a:pPr>
              <a:defRPr sz="1800"/>
            </a:pPr>
            <a:r>
              <a:t>   – Feature importance graph.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Successfully built an end‑to‑end project.</a:t>
            </a:r>
          </a:p>
          <a:p>
            <a:pPr>
              <a:defRPr sz="1800"/>
            </a:pPr>
            <a:r>
              <a:t>• Includes real‑time data collection, analysis, dashboard, ML prediction, and chatbot.</a:t>
            </a:r>
          </a:p>
          <a:p>
            <a:pPr>
              <a:defRPr sz="1800"/>
            </a:pPr>
            <a:r>
              <a:t>• Useful for automobile analysts, buyers, and supercar enthusiasts.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